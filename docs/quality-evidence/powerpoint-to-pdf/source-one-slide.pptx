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Both images and this heading must remain on ONE slide</a:t>
            </a: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1828800" cy="18288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2026-10-12T21:31:13Z</dcterms:created>
  <dcterms:modified xsi:type="dcterms:W3CDTF">2026-10-12T21:31:13Z</dcterms:modified>
</cp:coreProperties>
</file>