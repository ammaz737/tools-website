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4572000"/>
  <p:notesSz cx="4572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Mixed content heading survives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0" y="1371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Body text beside graphics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Native second slide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2026-10-21T19:28:14Z</dcterms:created>
  <dcterms:modified xsi:type="dcterms:W3CDTF">2026-10-21T19:28:14Z</dcterms:modified>
</cp:coreProperties>
</file>